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ed6e85f9304b4c" /><Relationship Type="http://schemas.openxmlformats.org/officeDocument/2006/relationships/extended-properties" Target="/docProps/app.xml" Id="Rcc40482da6a94e8d" /><Relationship Type="http://schemas.openxmlformats.org/officeDocument/2006/relationships/officeDocument" Target="/ppt/presentation.xml" Id="R6b0191d1d4f34a46" /></Relationships>
</file>

<file path=ppt/presentation.xml><?xml version="1.0" encoding="utf-8"?>
<p:presentation xmlns:p="http://schemas.openxmlformats.org/presentationml/2006/main">
  <p:sldMasterIdLst>
    <p:sldMasterId xmlns:r="http://schemas.openxmlformats.org/officeDocument/2006/relationships" id="2147483648" r:id="R4866429ffda14910"/>
  </p:sldMasterIdLst>
  <p:notesMasterIdLst>
    <p:notesMasterId xmlns:r="http://schemas.openxmlformats.org/officeDocument/2006/relationships" r:id="R98cf82ce004c49cf"/>
  </p:notesMasterIdLst>
  <p:sldIdLst>
    <p:sldId xmlns:r="http://schemas.openxmlformats.org/officeDocument/2006/relationships" id="256" r:id="Redec58d690df4dac"/>
    <p:sldId xmlns:r="http://schemas.openxmlformats.org/officeDocument/2006/relationships" id="257" r:id="R0c7803401017426a"/>
    <p:sldId xmlns:r="http://schemas.openxmlformats.org/officeDocument/2006/relationships" id="258" r:id="Ra9cd67832395439a"/>
    <p:sldId xmlns:r="http://schemas.openxmlformats.org/officeDocument/2006/relationships" id="259" r:id="Rb9c2ec789e7048f9"/>
    <p:sldId xmlns:r="http://schemas.openxmlformats.org/officeDocument/2006/relationships" id="260" r:id="R26e61097a86d4636"/>
    <p:sldId xmlns:r="http://schemas.openxmlformats.org/officeDocument/2006/relationships" id="261" r:id="R9fbdb2aafa194833"/>
    <p:sldId xmlns:r="http://schemas.openxmlformats.org/officeDocument/2006/relationships" id="262" r:id="R26a9616296e141c5"/>
    <p:sldId xmlns:r="http://schemas.openxmlformats.org/officeDocument/2006/relationships" id="263" r:id="R898e654ac48b4f55"/>
    <p:sldId xmlns:r="http://schemas.openxmlformats.org/officeDocument/2006/relationships" id="264" r:id="R8a896e330b4449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0225257b824489" /><Relationship Type="http://schemas.openxmlformats.org/officeDocument/2006/relationships/slideMaster" Target="/ppt/slideMasters/slideMaster1.xml" Id="R4866429ffda14910" /><Relationship Type="http://schemas.openxmlformats.org/officeDocument/2006/relationships/notesMaster" Target="/ppt/notesMasters/notesMaster1.xml" Id="R98cf82ce004c49cf" /><Relationship Type="http://schemas.openxmlformats.org/officeDocument/2006/relationships/presProps" Target="/ppt/presProps.xml" Id="R5070596eb6124b6f" /><Relationship Type="http://schemas.openxmlformats.org/officeDocument/2006/relationships/tableStyles" Target="/ppt/tableStyles.xml" Id="R6be37b06e06046c2" /><Relationship Type="http://schemas.openxmlformats.org/officeDocument/2006/relationships/slide" Target="/ppt/slides/slide1.xml" Id="Redec58d690df4dac" /><Relationship Type="http://schemas.openxmlformats.org/officeDocument/2006/relationships/slide" Target="/ppt/slides/slide2.xml" Id="R0c7803401017426a" /><Relationship Type="http://schemas.openxmlformats.org/officeDocument/2006/relationships/slide" Target="/ppt/slides/slide3.xml" Id="Ra9cd67832395439a" /><Relationship Type="http://schemas.openxmlformats.org/officeDocument/2006/relationships/slide" Target="/ppt/slides/slide4.xml" Id="Rb9c2ec789e7048f9" /><Relationship Type="http://schemas.openxmlformats.org/officeDocument/2006/relationships/slide" Target="/ppt/slides/slide5.xml" Id="R26e61097a86d4636" /><Relationship Type="http://schemas.openxmlformats.org/officeDocument/2006/relationships/slide" Target="/ppt/slides/slide6.xml" Id="R9fbdb2aafa194833" /><Relationship Type="http://schemas.openxmlformats.org/officeDocument/2006/relationships/slide" Target="/ppt/slides/slide7.xml" Id="R26a9616296e141c5" /><Relationship Type="http://schemas.openxmlformats.org/officeDocument/2006/relationships/slide" Target="/ppt/slides/slide8.xml" Id="R898e654ac48b4f55" /><Relationship Type="http://schemas.openxmlformats.org/officeDocument/2006/relationships/slide" Target="/ppt/slides/slide9.xml" Id="R8a896e330b4449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cd7a5655d447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7b73e604804d1e" /><Relationship Type="http://schemas.openxmlformats.org/officeDocument/2006/relationships/notesMaster" Target="/ppt/notesMasters/notesMaster1.xml" Id="Re3feacd0df3841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b1673987264a41" /><Relationship Type="http://schemas.openxmlformats.org/officeDocument/2006/relationships/notesMaster" Target="/ppt/notesMasters/notesMaster1.xml" Id="R9d4b632f43474f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533e39d17e4597" /><Relationship Type="http://schemas.openxmlformats.org/officeDocument/2006/relationships/notesMaster" Target="/ppt/notesMasters/notesMaster1.xml" Id="R68364967fca343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b67e9d891b45cb" /><Relationship Type="http://schemas.openxmlformats.org/officeDocument/2006/relationships/notesMaster" Target="/ppt/notesMasters/notesMaster1.xml" Id="R5b5dfc91f4bd41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e618173cf447cf" /><Relationship Type="http://schemas.openxmlformats.org/officeDocument/2006/relationships/notesMaster" Target="/ppt/notesMasters/notesMaster1.xml" Id="R2d62b40b8fd84f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4782744dec4b10" /><Relationship Type="http://schemas.openxmlformats.org/officeDocument/2006/relationships/notesMaster" Target="/ppt/notesMasters/notesMaster1.xml" Id="R017db49633a441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76b9cddb464e8d" /><Relationship Type="http://schemas.openxmlformats.org/officeDocument/2006/relationships/notesMaster" Target="/ppt/notesMasters/notesMaster1.xml" Id="Rc1917c8050714c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dcad3df2664958" /><Relationship Type="http://schemas.openxmlformats.org/officeDocument/2006/relationships/notesMaster" Target="/ppt/notesMasters/notesMaster1.xml" Id="R0dc578e598bf40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88874217894b5b" /><Relationship Type="http://schemas.openxmlformats.org/officeDocument/2006/relationships/notesMaster" Target="/ppt/notesMasters/notesMaster1.xml" Id="R6d4631a1e0ab4f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Founder-provided pitch vision. The receipts commit fingerprints, not the truth of the underlying facts. Millisecond performance and perpetual availability are not demonstrated guarantees of this hackathon; cryptographic verification and online authority lookup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Kocherlakota studies economic environments without commitment. In his model, allocations achievable with money can also be achieved with memory; the converse depends on the environment. This does not prove that Recognitium is perfect memory, replaces money or creates trustworthy credit automatically. His paper does not establish any guarantee for our application. Our closing analogy is that payment history and evidence of the agreement should remain linked. Recognitium records commitments through a classical authority service, not a complete, unerasable public history of every real-world event. The agreement itself remains private. Source: https://www.minneapolisfed.org/research/staff-reports/money-is-memory and https://doi.org/10.1006/jeth.1997.2357 . Keep slides 7 and 8 together within the final thirty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3d4dba382c4b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155f6aa8304af8" /><Relationship Type="http://schemas.openxmlformats.org/officeDocument/2006/relationships/slideLayout" Target="/ppt/slideLayouts/slideLayout1.xml" Id="R1cc7851bde5b4a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c7851bde5b4a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728774396e4787" /><Relationship Type="http://schemas.openxmlformats.org/officeDocument/2006/relationships/image" Target="/ppt/media/image.png" Id="Rfd10e78f2b51483b" /><Relationship Type="http://schemas.openxmlformats.org/officeDocument/2006/relationships/notesSlide" Target="/ppt/notesSlides/notesSlide1.xml" Id="R6fce471876eb4b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c21d24429f4db1" /><Relationship Type="http://schemas.openxmlformats.org/officeDocument/2006/relationships/notesSlide" Target="/ppt/notesSlides/notesSlide2.xml" Id="R0f5186d0a5564d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1795399eeb4226" /><Relationship Type="http://schemas.openxmlformats.org/officeDocument/2006/relationships/notesSlide" Target="/ppt/notesSlides/notesSlide3.xml" Id="R2d77f54c38ab44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bf7a8de123461b" /><Relationship Type="http://schemas.openxmlformats.org/officeDocument/2006/relationships/notesSlide" Target="/ppt/notesSlides/notesSlide4.xml" Id="R99b6b035a79548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4b85936c3340b6" /><Relationship Type="http://schemas.openxmlformats.org/officeDocument/2006/relationships/notesSlide" Target="/ppt/notesSlides/notesSlide5.xml" Id="R25de9259b97940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feba1d97ba4ab1" /><Relationship Type="http://schemas.openxmlformats.org/officeDocument/2006/relationships/notesSlide" Target="/ppt/notesSlides/notesSlide6.xml" Id="Rc05d8caef57b4c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2d3667a40b4cb6" /><Relationship Type="http://schemas.openxmlformats.org/officeDocument/2006/relationships/notesSlide" Target="/ppt/notesSlides/notesSlide7.xml" Id="Re318350b3d5946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996a3a44c44773" /><Relationship Type="http://schemas.openxmlformats.org/officeDocument/2006/relationships/notesSlide" Target="/ppt/notesSlides/notesSlide8.xml" Id="Rea31389f786f4d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81f083771e4159" /><Relationship Type="http://schemas.openxmlformats.org/officeDocument/2006/relationships/notesSlide" Target="/ppt/notesSlides/notesSlide9.xml" Id="R6353a4744657407a"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1F5D96-2CDA-4AF0-A6F1-D2BD588EFA31}"/>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B9E05061-FCF2-41FC-B54D-F89B43A4A8F9}"/>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00</a:t>
            </a:r>
          </a:p>
        </p:txBody>
      </p:sp>
      <p:sp>
        <p:nvSpPr>
          <p:cNvPr id="3" name="">
            <a:extLst xmlns:a="http://schemas.openxmlformats.org/drawingml/2006/main">
              <a:ext uri="{FF2B5EF4-FFF2-40B4-BE49-F238E27FC236}">
                <a16:creationId xmlns:a16="http://schemas.microsoft.com/office/drawing/2014/main" id="{2C667C30-6343-4F63-BD71-69550020C8F3}"/>
              </a:ext>
            </a:extLst>
          </p:cNvPr>
          <p:cNvSpPr>
            <a:spLocks xmlns:a="http://schemas.openxmlformats.org/drawingml/2006/main" noGrp="1"/>
          </p:cNvSpPr>
          <p:nvPr/>
        </p:nvSpPr>
        <p:spPr>
          <a:xfrm xmlns:a="http://schemas.openxmlformats.org/drawingml/2006/main">
            <a:off x="8839200" y="2514600"/>
            <a:ext cx="2952750" cy="3714750"/>
          </a:xfrm>
          <a:prstGeom xmlns:a="http://schemas.openxmlformats.org/drawingml/2006/main" prst="ellipse">
            <a:avLst/>
          </a:prstGeom>
          <a:solidFill xmlns:a="http://schemas.openxmlformats.org/drawingml/2006/main">
            <a:srgbClr val="050707"/>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d10e78f2b51483b"/>
          <a:stretch xmlns:a="http://schemas.openxmlformats.org/drawingml/2006/main"/>
        </p:blipFill>
        <p:spPr>
          <a:xfrm xmlns:a="http://schemas.openxmlformats.org/drawingml/2006/main">
            <a:off x="9096375" y="3257550"/>
            <a:ext cx="2333625" cy="2333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484528-E2F5-45D0-A715-5EBA286317F1}"/>
              </a:ext>
            </a:extLst>
          </p:cNvPr>
          <p:cNvSpPr>
            <a:spLocks xmlns:a="http://schemas.openxmlformats.org/drawingml/2006/main" noGrp="1"/>
          </p:cNvSpPr>
          <p:nvPr/>
        </p:nvSpPr>
        <p:spPr>
          <a:xfrm xmlns:a="http://schemas.openxmlformats.org/drawingml/2006/main">
            <a:off x="609600" y="15525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We make a private fact provable later, without revealing it,</a:t>
            </a:r>
          </a:p>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for a cent, in milliseconds, by anyone, forever.</a:t>
            </a:r>
          </a:p>
        </p:txBody>
      </p:sp>
      <p:sp>
        <p:nvSpPr>
          <p:cNvPr id="6" name="">
            <a:extLst xmlns:a="http://schemas.openxmlformats.org/drawingml/2006/main">
              <a:ext uri="{FF2B5EF4-FFF2-40B4-BE49-F238E27FC236}">
                <a16:creationId xmlns:a16="http://schemas.microsoft.com/office/drawing/2014/main" id="{296D314B-DDFB-4979-B554-D4884A91DA3C}"/>
              </a:ext>
            </a:extLst>
          </p:cNvPr>
          <p:cNvSpPr>
            <a:spLocks xmlns:a="http://schemas.openxmlformats.org/drawingml/2006/main" noGrp="1"/>
          </p:cNvSpPr>
          <p:nvPr/>
        </p:nvSpPr>
        <p:spPr>
          <a:xfrm xmlns:a="http://schemas.openxmlformats.org/drawingml/2006/main">
            <a:off x="609600" y="3171825"/>
            <a:ext cx="8334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“XRPL settles the money,</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Recognitium settles the facts</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between that process.”</a:t>
            </a:r>
          </a:p>
        </p:txBody>
      </p:sp>
    </p:spTree>
    <p:extLst>
      <p:ext uri="{BB962C8B-B14F-4D97-AF65-F5344CB8AC3E}">
        <p14:creationId xmlns:p14="http://schemas.microsoft.com/office/powerpoint/2010/main" val="2080789131"/>
      </p:ext>
    </p:extLst>
  </p:cSld>
</p:sld>
</file>

<file path=ppt/slides/slide2.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AE32F0-83A2-4D3E-8512-DDA0751DCD66}"/>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2315744B-FA32-4610-8E95-18B8CB692D69}"/>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3C589CB9-ACD8-451F-A84A-91DFA96FCBDC}"/>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64BB2815-C77D-4251-ADDF-52FDD9FAE67E}"/>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84E23316-1FDD-4348-82D9-2D13E54414F0}"/>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768880929"/>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C915AE-4783-4B0D-AD7D-C52090C82DAC}"/>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BEB4732-161E-4B01-8AD4-5C3006B1B983}"/>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C7C1690-6FC3-4640-ABE2-44A73E2182AF}"/>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3104F898-98B9-48EF-AA53-6289D519490B}"/>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5F6D58BB-BDE6-4E43-9EC2-ADEF70BCA345}"/>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589B832D-5407-43EA-AE57-A417D41E0F86}"/>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61090212"/>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321DE77-C338-475F-939D-8001A36CB674}"/>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05064524-1EBA-4728-9650-F7F1275173E9}"/>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2E4CFAD-E345-4CEF-8E31-3247194BDDDC}"/>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D9B4483F-F378-4798-B867-01BFA99FE5E9}"/>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23E52265-7B21-4EB0-BC95-6FB180F45383}"/>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BA607126-6966-4BA1-BF3A-4D8C469FE6E3}"/>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6CCF2E32-2A72-4995-ACDF-9E9843D77BB2}"/>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222AC0-96F1-4BEF-ABE5-AC1BC41B6BDD}"/>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1FA9E6D9-37D1-4236-A4A9-888B6B0A4E72}"/>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7D0B30C3-FAC3-4A2B-9E07-7A829968A92F}"/>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BD7181ED-E31D-4D10-AFF2-8201667C3EF6}"/>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2E0FD72-D964-4077-9C30-C1D4ABFB1FFA}"/>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CA31A10B-A333-43D5-91BA-142FCAFD49CE}"/>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7E34E27D-AC1C-4296-B764-6B286BAAE9A4}"/>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610A3A42-243A-4953-A019-BCB284C45D49}"/>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5581922-B047-41BC-815F-09A7049AAF9A}"/>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0912943B-ED85-4594-8EAD-6206A3215473}"/>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8AF24468-C5CA-4D85-BB38-1FADBD69A087}"/>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8F77AB8C-D60F-4641-A929-2E32DDF09E0F}"/>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222B74FF-77DE-40F3-A45A-F40F8A84ED32}"/>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673C3F3B-A77C-44FE-A6FF-5B689488FDFA}"/>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3AC70998-AA05-4AC6-9BF7-0E47D3FC77D0}"/>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D32354B-EFA3-4CF5-9F05-BE8AC851E817}"/>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F6D2E09A-7E05-4442-B7CA-ED5CFC7FB7EA}"/>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D1540FEE-8CBA-436E-9C30-FC8E13DADB2A}"/>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90AF866-B1F2-4F50-9724-5D391A0CC8E6}"/>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34D1E1FE-E5CA-4FD1-8079-E818D563C907}"/>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35615D7-DD0C-4A55-8137-5CC1BE8F2132}"/>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C8A981CE-2C6E-4A58-802D-CD6D7C8F9C17}"/>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1454565360"/>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D09020-D661-47B5-9C32-D7F1C2F47CE7}"/>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D3D6182-B177-40CA-AD9B-93B2635F9154}"/>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5D3EE67-9834-415A-8823-6C9217B6546E}"/>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0685B5CC-2515-4128-A3D2-26B7E974CEAC}"/>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0562CDC5-AE15-4E02-B1C9-F47EC6269E13}"/>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4CDF7656-D4B0-489B-8794-D9BC48760E45}"/>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997C1F8F-D175-4522-A821-8BAC9089A784}"/>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49274B6A-D2C5-4782-9EB5-A2A6BAE87DFB}"/>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9CDA0E47-DEF4-49F6-8FFB-DE837EA58C3A}"/>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45695C0A-9615-4D88-BF3D-3C4D5472F871}"/>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1788412030"/>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859BBB-F6E7-4BDA-AC4E-3CBDE43D7C77}"/>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758018CC-1E9B-4EB6-B702-1831511D6026}"/>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F7D8728-50C8-4502-BC5D-CC225E5D39F8}"/>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C6548C57-3937-4207-8D57-B255628F609B}"/>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CF8BC52A-E387-40D5-955A-0D001E13EED7}"/>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2786C4C1-6986-4979-BF19-0F5286555D43}"/>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1050514692"/>
      </p:ext>
    </p:extLst>
  </p:cSld>
</p:sld>
</file>

<file path=ppt/slides/slide7.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C50A0CA-B318-466C-B570-A6BC6C790F21}"/>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F4F4B225-BBB5-4333-ACDC-7509AD5253F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B8DB09E2-014C-4F2C-A050-5996E9970885}"/>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603183A3-3127-44BD-8B08-A4D53CB3E79B}"/>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32839F23-70F9-49C6-8B07-0F6CBBC2BE24}"/>
              </a:ext>
            </a:extLst>
          </p:cNvPr>
          <p:cNvSpPr>
            <a:spLocks xmlns:a="http://schemas.openxmlformats.org/drawingml/2006/main" noGrp="1"/>
          </p:cNvSpPr>
          <p:nvPr/>
        </p:nvSpPr>
        <p:spPr>
          <a:xfrm xmlns:a="http://schemas.openxmlformats.org/drawingml/2006/main">
            <a:off x="609600" y="26098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F0092E35-2F63-4720-AF91-0FBFA99C36E6}"/>
              </a:ext>
            </a:extLst>
          </p:cNvPr>
          <p:cNvSpPr>
            <a:spLocks xmlns:a="http://schemas.openxmlformats.org/drawingml/2006/main" noGrp="1"/>
          </p:cNvSpPr>
          <p:nvPr/>
        </p:nvSpPr>
        <p:spPr>
          <a:xfrm xmlns:a="http://schemas.openxmlformats.org/drawingml/2006/main">
            <a:off x="609600" y="30003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765D"/>
                </a:solidFill>
                <a:latin typeface="Arial"/>
                <a:ea typeface="Arial"/>
                <a:cs typeface="Arial"/>
              </a:defRPr>
            </a:pPr>
            <a:r>
              <a:rPr sz="1875"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18E8733C-74E8-46AE-97BF-3D819C385449}"/>
              </a:ext>
            </a:extLst>
          </p:cNvPr>
          <p:cNvSpPr>
            <a:spLocks xmlns:a="http://schemas.openxmlformats.org/drawingml/2006/main" noGrp="1"/>
          </p:cNvSpPr>
          <p:nvPr/>
        </p:nvSpPr>
        <p:spPr>
          <a:xfrm xmlns:a="http://schemas.openxmlformats.org/drawingml/2006/main">
            <a:off x="609600" y="33623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Why: spot blocked access before teams waste time debugging their code.</a:t>
            </a:r>
          </a:p>
        </p:txBody>
      </p:sp>
      <p:sp>
        <p:nvSpPr>
          <p:cNvPr id="8" name="">
            <a:extLst xmlns:a="http://schemas.openxmlformats.org/drawingml/2006/main">
              <a:ext uri="{FF2B5EF4-FFF2-40B4-BE49-F238E27FC236}">
                <a16:creationId xmlns:a16="http://schemas.microsoft.com/office/drawing/2014/main" id="{298BF142-8C90-4ADD-895D-627E9512D40B}"/>
              </a:ext>
            </a:extLst>
          </p:cNvPr>
          <p:cNvSpPr>
            <a:spLocks xmlns:a="http://schemas.openxmlformats.org/drawingml/2006/main" noGrp="1"/>
          </p:cNvSpPr>
          <p:nvPr/>
        </p:nvSpPr>
        <p:spPr>
          <a:xfrm xmlns:a="http://schemas.openxmlformats.org/drawingml/2006/main">
            <a:off x="609600" y="38576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2. The guide, network and SDK versions did not line up.</a:t>
            </a:r>
          </a:p>
        </p:txBody>
      </p:sp>
      <p:sp>
        <p:nvSpPr>
          <p:cNvPr id="9" name="">
            <a:extLst xmlns:a="http://schemas.openxmlformats.org/drawingml/2006/main">
              <a:ext uri="{FF2B5EF4-FFF2-40B4-BE49-F238E27FC236}">
                <a16:creationId xmlns:a16="http://schemas.microsoft.com/office/drawing/2014/main" id="{737E8FB4-CC68-4B9F-971C-871B46D464B7}"/>
              </a:ext>
            </a:extLst>
          </p:cNvPr>
          <p:cNvSpPr>
            <a:spLocks xmlns:a="http://schemas.openxmlformats.org/drawingml/2006/main" noGrp="1"/>
          </p:cNvSpPr>
          <p:nvPr/>
        </p:nvSpPr>
        <p:spPr>
          <a:xfrm xmlns:a="http://schemas.openxmlformats.org/drawingml/2006/main">
            <a:off x="609600" y="4248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765D"/>
                </a:solidFill>
                <a:latin typeface="Arial"/>
                <a:ea typeface="Arial"/>
                <a:cs typeface="Arial"/>
              </a:defRPr>
            </a:pPr>
            <a:r>
              <a:rPr sz="1875" b="0">
                <a:solidFill>
                  <a:srgbClr val="25765D"/>
                </a:solidFill>
                <a:latin typeface="Arial"/>
                <a:ea typeface="Arial"/>
                <a:cs typeface="Arial"/>
              </a:rPr>
              <a:t>Publish one dated setup: endpoint, enabled features and exact SDK.</a:t>
            </a:r>
          </a:p>
        </p:txBody>
      </p:sp>
      <p:sp>
        <p:nvSpPr>
          <p:cNvPr id="10" name="">
            <a:extLst xmlns:a="http://schemas.openxmlformats.org/drawingml/2006/main">
              <a:ext uri="{FF2B5EF4-FFF2-40B4-BE49-F238E27FC236}">
                <a16:creationId xmlns:a16="http://schemas.microsoft.com/office/drawing/2014/main" id="{C8B4BB83-8545-49A3-96D1-1D7949902A08}"/>
              </a:ext>
            </a:extLst>
          </p:cNvPr>
          <p:cNvSpPr>
            <a:spLocks xmlns:a="http://schemas.openxmlformats.org/drawingml/2006/main" noGrp="1"/>
          </p:cNvSpPr>
          <p:nvPr/>
        </p:nvSpPr>
        <p:spPr>
          <a:xfrm xmlns:a="http://schemas.openxmlformats.org/drawingml/2006/main">
            <a:off x="609600" y="46101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Why: teams need to know which loan rules the network actually accepts.</a:t>
            </a:r>
          </a:p>
        </p:txBody>
      </p:sp>
      <p:sp>
        <p:nvSpPr>
          <p:cNvPr id="11" name="">
            <a:extLst xmlns:a="http://schemas.openxmlformats.org/drawingml/2006/main">
              <a:ext uri="{FF2B5EF4-FFF2-40B4-BE49-F238E27FC236}">
                <a16:creationId xmlns:a16="http://schemas.microsoft.com/office/drawing/2014/main" id="{AA1011C5-7531-44ED-830C-B7EA3600B865}"/>
              </a:ext>
            </a:extLst>
          </p:cNvPr>
          <p:cNvSpPr>
            <a:spLocks xmlns:a="http://schemas.openxmlformats.org/drawingml/2006/main" noGrp="1"/>
          </p:cNvSpPr>
          <p:nvPr/>
        </p:nvSpPr>
        <p:spPr>
          <a:xfrm xmlns:a="http://schemas.openxmlformats.org/drawingml/2006/main">
            <a:off x="609600" y="51054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3. Our app built successfully, but its hosted API crashed.</a:t>
            </a:r>
          </a:p>
        </p:txBody>
      </p:sp>
      <p:sp>
        <p:nvSpPr>
          <p:cNvPr id="12" name="">
            <a:extLst xmlns:a="http://schemas.openxmlformats.org/drawingml/2006/main">
              <a:ext uri="{FF2B5EF4-FFF2-40B4-BE49-F238E27FC236}">
                <a16:creationId xmlns:a16="http://schemas.microsoft.com/office/drawing/2014/main" id="{4F25F611-4B48-4ABE-988C-C0D6FA89BEA7}"/>
              </a:ext>
            </a:extLst>
          </p:cNvPr>
          <p:cNvSpPr>
            <a:spLocks xmlns:a="http://schemas.openxmlformats.org/drawingml/2006/main" noGrp="1"/>
          </p:cNvSpPr>
          <p:nvPr/>
        </p:nvSpPr>
        <p:spPr>
          <a:xfrm xmlns:a="http://schemas.openxmlformats.org/drawingml/2006/main">
            <a:off x="609600" y="5495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765D"/>
                </a:solidFill>
                <a:latin typeface="Arial"/>
                <a:ea typeface="Arial"/>
                <a:cs typeface="Arial"/>
              </a:defRPr>
            </a:pPr>
            <a:r>
              <a:rPr sz="1875" b="0">
                <a:solidFill>
                  <a:srgbClr val="25765D"/>
                </a:solidFill>
                <a:latin typeface="Arial"/>
                <a:ea typeface="Arial"/>
                <a:cs typeface="Arial"/>
              </a:rPr>
              <a:t>Add a deployable starter + a test that boots its API before release.</a:t>
            </a:r>
          </a:p>
        </p:txBody>
      </p:sp>
      <p:sp>
        <p:nvSpPr>
          <p:cNvPr id="13" name="">
            <a:extLst xmlns:a="http://schemas.openxmlformats.org/drawingml/2006/main">
              <a:ext uri="{FF2B5EF4-FFF2-40B4-BE49-F238E27FC236}">
                <a16:creationId xmlns:a16="http://schemas.microsoft.com/office/drawing/2014/main" id="{0656178F-EF80-4F2D-9F07-B08891B3D63C}"/>
              </a:ext>
            </a:extLst>
          </p:cNvPr>
          <p:cNvSpPr>
            <a:spLocks xmlns:a="http://schemas.openxmlformats.org/drawingml/2006/main" noGrp="1"/>
          </p:cNvSpPr>
          <p:nvPr/>
        </p:nvSpPr>
        <p:spPr>
          <a:xfrm xmlns:a="http://schemas.openxmlformats.org/drawingml/2006/main">
            <a:off x="609600" y="5857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Why: a successful build does not prove the API can run online.</a:t>
            </a:r>
          </a:p>
        </p:txBody>
      </p:sp>
      <p:sp>
        <p:nvSpPr>
          <p:cNvPr id="14" name="">
            <a:extLst xmlns:a="http://schemas.openxmlformats.org/drawingml/2006/main">
              <a:ext uri="{FF2B5EF4-FFF2-40B4-BE49-F238E27FC236}">
                <a16:creationId xmlns:a16="http://schemas.microsoft.com/office/drawing/2014/main" id="{2F054211-F940-4BB5-9ED2-1903345C76A8}"/>
              </a:ext>
            </a:extLst>
          </p:cNvPr>
          <p:cNvSpPr>
            <a:spLocks xmlns:a="http://schemas.openxmlformats.org/drawingml/2006/main" noGrp="1"/>
          </p:cNvSpPr>
          <p:nvPr/>
        </p:nvSpPr>
        <p:spPr>
          <a:xfrm xmlns:a="http://schemas.openxmlformats.org/drawingml/2006/main">
            <a:off x="609600" y="64103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1458337797"/>
      </p:ext>
    </p:extLst>
  </p:cSld>
</p:sld>
</file>

<file path=ppt/slides/slide8.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09FA15-F5E1-48F1-9691-F7AAAE98724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668139B-0BEE-4F8F-B556-2E3F9E49A5FD}"/>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6ABDA0C-4FEF-49BE-B360-5BCD74205C79}"/>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298A7217-B452-466D-9DE8-41D8E7773376}"/>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EA23DD3E-7171-4E1E-BB16-D6B3E62A9A6E}"/>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EF475657-26BB-444E-B4CB-9A17538D466F}"/>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955864736"/>
      </p:ext>
    </p:extLst>
  </p:cSld>
</p:sld>
</file>

<file path=ppt/slides/slide9.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CBD66D-ED2E-4709-A057-F53C618CE29C}"/>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7B24D08-9ABB-4ECE-8CF9-178231EB55AF}"/>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522A149-0AD1-48ED-9178-D1EDC8E2DA15}"/>
              </a:ext>
            </a:extLst>
          </p:cNvPr>
          <p:cNvSpPr>
            <a:spLocks xmlns:a="http://schemas.openxmlformats.org/drawingml/2006/main" noGrp="1"/>
          </p:cNvSpPr>
          <p:nvPr/>
        </p:nvSpPr>
        <p:spPr>
          <a:xfrm xmlns:a="http://schemas.openxmlformats.org/drawingml/2006/main">
            <a:off x="609600" y="12858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“Money is Memory”</a:t>
            </a:r>
          </a:p>
        </p:txBody>
      </p:sp>
      <p:sp>
        <p:nvSpPr>
          <p:cNvPr id="4" name="">
            <a:extLst xmlns:a="http://schemas.openxmlformats.org/drawingml/2006/main">
              <a:ext uri="{FF2B5EF4-FFF2-40B4-BE49-F238E27FC236}">
                <a16:creationId xmlns:a16="http://schemas.microsoft.com/office/drawing/2014/main" id="{6FD0EEDA-8154-4169-99A7-997325F180AA}"/>
              </a:ext>
            </a:extLst>
          </p:cNvPr>
          <p:cNvSpPr>
            <a:spLocks xmlns:a="http://schemas.openxmlformats.org/drawingml/2006/main" noGrp="1"/>
          </p:cNvSpPr>
          <p:nvPr/>
        </p:nvSpPr>
        <p:spPr>
          <a:xfrm xmlns:a="http://schemas.openxmlformats.org/drawingml/2006/main">
            <a:off x="609600" y="2314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ADE0C8"/>
                </a:solidFill>
                <a:latin typeface="Arial"/>
                <a:ea typeface="Arial"/>
                <a:cs typeface="Arial"/>
              </a:defRPr>
            </a:pPr>
            <a:r>
              <a:rPr sz="2850" b="1">
                <a:solidFill>
                  <a:srgbClr val="ADE0C8"/>
                </a:solidFill>
                <a:latin typeface="Arial"/>
                <a:ea typeface="Arial"/>
                <a:cs typeface="Arial"/>
              </a:rPr>
              <a:t>The agreement behind it is memory, too.</a:t>
            </a:r>
          </a:p>
        </p:txBody>
      </p:sp>
      <p:sp>
        <p:nvSpPr>
          <p:cNvPr id="5" name="">
            <a:extLst xmlns:a="http://schemas.openxmlformats.org/drawingml/2006/main">
              <a:ext uri="{FF2B5EF4-FFF2-40B4-BE49-F238E27FC236}">
                <a16:creationId xmlns:a16="http://schemas.microsoft.com/office/drawing/2014/main" id="{EFBCF10C-236E-4E16-98C6-78350E0FF38B}"/>
              </a:ext>
            </a:extLst>
          </p:cNvPr>
          <p:cNvSpPr>
            <a:spLocks xmlns:a="http://schemas.openxmlformats.org/drawingml/2006/main" noGrp="1"/>
          </p:cNvSpPr>
          <p:nvPr/>
        </p:nvSpPr>
        <p:spPr>
          <a:xfrm xmlns:a="http://schemas.openxmlformats.org/drawingml/2006/main">
            <a:off x="609600" y="33337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The agreement should remain private.</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Its commitment should remain verifiable.</a:t>
            </a:r>
          </a:p>
        </p:txBody>
      </p:sp>
      <p:sp>
        <p:nvSpPr>
          <p:cNvPr id="6" name="">
            <a:extLst xmlns:a="http://schemas.openxmlformats.org/drawingml/2006/main">
              <a:ext uri="{FF2B5EF4-FFF2-40B4-BE49-F238E27FC236}">
                <a16:creationId xmlns:a16="http://schemas.microsoft.com/office/drawing/2014/main" id="{FC39553F-44E2-42C8-8CEA-7C0B03564DE9}"/>
              </a:ext>
            </a:extLst>
          </p:cNvPr>
          <p:cNvSpPr>
            <a:spLocks xmlns:a="http://schemas.openxmlformats.org/drawingml/2006/main" noGrp="1"/>
          </p:cNvSpPr>
          <p:nvPr/>
        </p:nvSpPr>
        <p:spPr>
          <a:xfrm xmlns:a="http://schemas.openxmlformats.org/drawingml/2006/main">
            <a:off x="609600" y="43529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The evidence should remain usable</a:t>
            </a:r>
          </a:p>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whichever network moves the money.</a:t>
            </a:r>
          </a:p>
        </p:txBody>
      </p:sp>
      <p:sp>
        <p:nvSpPr>
          <p:cNvPr id="7" name="">
            <a:extLst xmlns:a="http://schemas.openxmlformats.org/drawingml/2006/main">
              <a:ext uri="{FF2B5EF4-FFF2-40B4-BE49-F238E27FC236}">
                <a16:creationId xmlns:a16="http://schemas.microsoft.com/office/drawing/2014/main" id="{E7DC2375-ACA4-4822-A736-8267D37A288F}"/>
              </a:ext>
            </a:extLst>
          </p:cNvPr>
          <p:cNvSpPr>
            <a:spLocks xmlns:a="http://schemas.openxmlformats.org/drawingml/2006/main" noGrp="1"/>
          </p:cNvSpPr>
          <p:nvPr/>
        </p:nvSpPr>
        <p:spPr>
          <a:xfrm xmlns:a="http://schemas.openxmlformats.org/drawingml/2006/main">
            <a:off x="609600" y="5391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Try the demo · recognitium-xrpl-hackathon.vercel.app</a:t>
            </a:r>
          </a:p>
        </p:txBody>
      </p:sp>
      <p:sp>
        <p:nvSpPr>
          <p:cNvPr id="8" name="">
            <a:extLst xmlns:a="http://schemas.openxmlformats.org/drawingml/2006/main">
              <a:ext uri="{FF2B5EF4-FFF2-40B4-BE49-F238E27FC236}">
                <a16:creationId xmlns:a16="http://schemas.microsoft.com/office/drawing/2014/main" id="{BC1C1D0D-0ADE-41B7-8711-35CB2B2A1D8B}"/>
              </a:ext>
            </a:extLst>
          </p:cNvPr>
          <p:cNvSpPr>
            <a:spLocks xmlns:a="http://schemas.openxmlformats.org/drawingml/2006/main" noGrp="1"/>
          </p:cNvSpPr>
          <p:nvPr/>
        </p:nvSpPr>
        <p:spPr>
          <a:xfrm xmlns:a="http://schemas.openxmlformats.org/drawingml/2006/main">
            <a:off x="609600" y="58293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DE0C8"/>
                </a:solidFill>
                <a:latin typeface="Arial"/>
                <a:ea typeface="Arial"/>
                <a:cs typeface="Arial"/>
              </a:defRPr>
            </a:pPr>
            <a:r>
              <a:rPr sz="1725" b="0">
                <a:solidFill>
                  <a:srgbClr val="ADE0C8"/>
                </a:solidFill>
                <a:latin typeface="Arial"/>
                <a:ea typeface="Arial"/>
                <a:cs typeface="Arial"/>
              </a:rPr>
              <a:t>Code + setup · github.com/jninom8/recognitium-xrpl-hackathon</a:t>
            </a:r>
          </a:p>
        </p:txBody>
      </p:sp>
      <p:sp>
        <p:nvSpPr>
          <p:cNvPr id="9" name="">
            <a:extLst xmlns:a="http://schemas.openxmlformats.org/drawingml/2006/main">
              <a:ext uri="{FF2B5EF4-FFF2-40B4-BE49-F238E27FC236}">
                <a16:creationId xmlns:a16="http://schemas.microsoft.com/office/drawing/2014/main" id="{B1EE5265-AD41-4444-B90F-996A5125BE4F}"/>
              </a:ext>
            </a:extLst>
          </p:cNvPr>
          <p:cNvSpPr>
            <a:spLocks xmlns:a="http://schemas.openxmlformats.org/drawingml/2006/main" noGrp="1"/>
          </p:cNvSpPr>
          <p:nvPr/>
        </p:nvSpPr>
        <p:spPr>
          <a:xfrm xmlns:a="http://schemas.openxmlformats.org/drawingml/2006/main">
            <a:off x="609600" y="62960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1E6DD"/>
                </a:solidFill>
                <a:latin typeface="Arial"/>
                <a:ea typeface="Arial"/>
                <a:cs typeface="Arial"/>
              </a:defRPr>
            </a:pPr>
            <a:r>
              <a:rPr sz="1350" b="0">
                <a:solidFill>
                  <a:srgbClr val="D1E6DD"/>
                </a:solidFill>
                <a:latin typeface="Arial"/>
                <a:ea typeface="Arial"/>
                <a:cs typeface="Arial"/>
              </a:rPr>
              <a:t>Inspired by Kocherlakota · 1996 / 1998 · doi.org/10.21034/sr.218</a:t>
            </a:r>
          </a:p>
        </p:txBody>
      </p:sp>
      <p:sp>
        <p:nvSpPr>
          <p:cNvPr id="10" name="">
            <a:extLst xmlns:a="http://schemas.openxmlformats.org/drawingml/2006/main">
              <a:ext uri="{FF2B5EF4-FFF2-40B4-BE49-F238E27FC236}">
                <a16:creationId xmlns:a16="http://schemas.microsoft.com/office/drawing/2014/main" id="{BD3B4A3D-8B11-4CCB-BBC5-0BF79D8B6E79}"/>
              </a:ext>
            </a:extLst>
          </p:cNvPr>
          <p:cNvSpPr>
            <a:spLocks xmlns:a="http://schemas.openxmlformats.org/drawingml/2006/main" noGrp="1"/>
          </p:cNvSpPr>
          <p:nvPr/>
        </p:nvSpPr>
        <p:spPr>
          <a:xfrm xmlns:a="http://schemas.openxmlformats.org/drawingml/2006/main">
            <a:off x="609600" y="65722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1E6DD"/>
                </a:solidFill>
                <a:latin typeface="Arial"/>
                <a:ea typeface="Arial"/>
                <a:cs typeface="Arial"/>
              </a:defRPr>
            </a:pPr>
            <a:r>
              <a:rPr sz="1125" b="0">
                <a:solidFill>
                  <a:srgbClr val="D1E6DD"/>
                </a:solidFill>
                <a:latin typeface="Arial"/>
                <a:ea typeface="Arial"/>
                <a:cs typeface="Arial"/>
              </a:rPr>
              <a:t>Our design ambition, not a theorem about this application or a GDPR compliance claim.</a:t>
            </a:r>
          </a:p>
        </p:txBody>
      </p:sp>
    </p:spTree>
    <p:extLst>
      <p:ext uri="{BB962C8B-B14F-4D97-AF65-F5344CB8AC3E}">
        <p14:creationId xmlns:p14="http://schemas.microsoft.com/office/powerpoint/2010/main" val="6238585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2026-09-13T14:04:21.9660000Z</dcterms:created>
  <dcterms:modified xsi:type="dcterms:W3CDTF">2026-09-13T14:04:21.9660000Z</dcterms:modified>
</coreProperties>
</file>