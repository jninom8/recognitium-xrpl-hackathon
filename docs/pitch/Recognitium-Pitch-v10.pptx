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5f7422dd1043ca" /><Relationship Type="http://schemas.openxmlformats.org/officeDocument/2006/relationships/extended-properties" Target="/docProps/app.xml" Id="R207799c45fbf48a0" /><Relationship Type="http://schemas.openxmlformats.org/officeDocument/2006/relationships/officeDocument" Target="/ppt/presentation.xml" Id="R71407720098f4397" /></Relationships>
</file>

<file path=ppt/presentation.xml><?xml version="1.0" encoding="utf-8"?>
<p:presentation xmlns:p="http://schemas.openxmlformats.org/presentationml/2006/main">
  <p:sldMasterIdLst>
    <p:sldMasterId xmlns:r="http://schemas.openxmlformats.org/officeDocument/2006/relationships" id="2147483648" r:id="R86ff6670fdfa449a"/>
  </p:sldMasterIdLst>
  <p:notesMasterIdLst>
    <p:notesMasterId xmlns:r="http://schemas.openxmlformats.org/officeDocument/2006/relationships" r:id="R974fd0be9f3642ad"/>
  </p:notesMasterIdLst>
  <p:sldIdLst>
    <p:sldId xmlns:r="http://schemas.openxmlformats.org/officeDocument/2006/relationships" id="256" r:id="Ra3fe72393c194932"/>
    <p:sldId xmlns:r="http://schemas.openxmlformats.org/officeDocument/2006/relationships" id="257" r:id="Re76781d9959649ce"/>
    <p:sldId xmlns:r="http://schemas.openxmlformats.org/officeDocument/2006/relationships" id="258" r:id="Rf46e3bb293d64ef4"/>
    <p:sldId xmlns:r="http://schemas.openxmlformats.org/officeDocument/2006/relationships" id="259" r:id="R6fcfb9172d294c42"/>
    <p:sldId xmlns:r="http://schemas.openxmlformats.org/officeDocument/2006/relationships" id="260" r:id="Re2ed7d22237c4adb"/>
    <p:sldId xmlns:r="http://schemas.openxmlformats.org/officeDocument/2006/relationships" id="261" r:id="R814d322232384bd0"/>
    <p:sldId xmlns:r="http://schemas.openxmlformats.org/officeDocument/2006/relationships" id="262" r:id="R151ed9fca4484a52"/>
    <p:sldId xmlns:r="http://schemas.openxmlformats.org/officeDocument/2006/relationships" id="263" r:id="R7714dfdad9d34573"/>
    <p:sldId xmlns:r="http://schemas.openxmlformats.org/officeDocument/2006/relationships" id="264" r:id="R455b98e81d594e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3939418d984e44" /><Relationship Type="http://schemas.openxmlformats.org/officeDocument/2006/relationships/slideMaster" Target="/ppt/slideMasters/slideMaster1.xml" Id="R86ff6670fdfa449a" /><Relationship Type="http://schemas.openxmlformats.org/officeDocument/2006/relationships/notesMaster" Target="/ppt/notesMasters/notesMaster1.xml" Id="R974fd0be9f3642ad" /><Relationship Type="http://schemas.openxmlformats.org/officeDocument/2006/relationships/presProps" Target="/ppt/presProps.xml" Id="R40aa86b1bb7743a8" /><Relationship Type="http://schemas.openxmlformats.org/officeDocument/2006/relationships/tableStyles" Target="/ppt/tableStyles.xml" Id="R2f826e57daac4d66" /><Relationship Type="http://schemas.openxmlformats.org/officeDocument/2006/relationships/slide" Target="/ppt/slides/slide1.xml" Id="Ra3fe72393c194932" /><Relationship Type="http://schemas.openxmlformats.org/officeDocument/2006/relationships/slide" Target="/ppt/slides/slide2.xml" Id="Re76781d9959649ce" /><Relationship Type="http://schemas.openxmlformats.org/officeDocument/2006/relationships/slide" Target="/ppt/slides/slide3.xml" Id="Rf46e3bb293d64ef4" /><Relationship Type="http://schemas.openxmlformats.org/officeDocument/2006/relationships/slide" Target="/ppt/slides/slide4.xml" Id="R6fcfb9172d294c42" /><Relationship Type="http://schemas.openxmlformats.org/officeDocument/2006/relationships/slide" Target="/ppt/slides/slide5.xml" Id="Re2ed7d22237c4adb" /><Relationship Type="http://schemas.openxmlformats.org/officeDocument/2006/relationships/slide" Target="/ppt/slides/slide6.xml" Id="R814d322232384bd0" /><Relationship Type="http://schemas.openxmlformats.org/officeDocument/2006/relationships/slide" Target="/ppt/slides/slide7.xml" Id="R151ed9fca4484a52" /><Relationship Type="http://schemas.openxmlformats.org/officeDocument/2006/relationships/slide" Target="/ppt/slides/slide8.xml" Id="R7714dfdad9d34573" /><Relationship Type="http://schemas.openxmlformats.org/officeDocument/2006/relationships/slide" Target="/ppt/slides/slide9.xml" Id="R455b98e81d594e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0d5357e75742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fff369a64d46e0" /><Relationship Type="http://schemas.openxmlformats.org/officeDocument/2006/relationships/notesMaster" Target="/ppt/notesMasters/notesMaster1.xml" Id="Reb87ea498e2e49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af210adb044aa2" /><Relationship Type="http://schemas.openxmlformats.org/officeDocument/2006/relationships/notesMaster" Target="/ppt/notesMasters/notesMaster1.xml" Id="Rcbd821c3da1a4a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cca2b5c17c4df6" /><Relationship Type="http://schemas.openxmlformats.org/officeDocument/2006/relationships/notesMaster" Target="/ppt/notesMasters/notesMaster1.xml" Id="R935acdfeb95040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af92feb07a4656" /><Relationship Type="http://schemas.openxmlformats.org/officeDocument/2006/relationships/notesMaster" Target="/ppt/notesMasters/notesMaster1.xml" Id="R946c07211725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1a196f54a24010" /><Relationship Type="http://schemas.openxmlformats.org/officeDocument/2006/relationships/notesMaster" Target="/ppt/notesMasters/notesMaster1.xml" Id="Rdb6e6d91966a49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22d060fe28480a" /><Relationship Type="http://schemas.openxmlformats.org/officeDocument/2006/relationships/notesMaster" Target="/ppt/notesMasters/notesMaster1.xml" Id="R2859fd60b2d242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33f7b385546ac" /><Relationship Type="http://schemas.openxmlformats.org/officeDocument/2006/relationships/notesMaster" Target="/ppt/notesMasters/notesMaster1.xml" Id="Rf58bcc0d029040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6382ad97f04493" /><Relationship Type="http://schemas.openxmlformats.org/officeDocument/2006/relationships/notesMaster" Target="/ppt/notesMasters/notesMaster1.xml" Id="Re222bfd5e0734e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233005e3cf4936" /><Relationship Type="http://schemas.openxmlformats.org/officeDocument/2006/relationships/notesMaster" Target="/ppt/notesMasters/notesMaster1.xml" Id="R6cccb347ae0e46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pitch vision. The receipts commit fingerprints, not the truth of the underlying facts. Millisecond performance and perpetual availability are not demonstrated guarantees of this hackathon; cryptographic verification and online authority lookup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7060120f2741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6daeff22ba4cd3" /><Relationship Type="http://schemas.openxmlformats.org/officeDocument/2006/relationships/slideLayout" Target="/ppt/slideLayouts/slideLayout1.xml" Id="R70a6bbb5a7cd48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a6bbb5a7cd48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68e93aaddf40d0" /><Relationship Type="http://schemas.openxmlformats.org/officeDocument/2006/relationships/image" Target="/ppt/media/image.png" Id="R4471236887344a42" /><Relationship Type="http://schemas.openxmlformats.org/officeDocument/2006/relationships/notesSlide" Target="/ppt/notesSlides/notesSlide1.xml" Id="R8a99ce1a75604b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faaf278b214e37" /><Relationship Type="http://schemas.openxmlformats.org/officeDocument/2006/relationships/notesSlide" Target="/ppt/notesSlides/notesSlide2.xml" Id="R39418c61d85247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280560941a44ed" /><Relationship Type="http://schemas.openxmlformats.org/officeDocument/2006/relationships/notesSlide" Target="/ppt/notesSlides/notesSlide3.xml" Id="R25b4bf928d7649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fd31125a2a47da" /><Relationship Type="http://schemas.openxmlformats.org/officeDocument/2006/relationships/notesSlide" Target="/ppt/notesSlides/notesSlide4.xml" Id="Rc50834a9e65b44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0dfb3fede74f9c" /><Relationship Type="http://schemas.openxmlformats.org/officeDocument/2006/relationships/notesSlide" Target="/ppt/notesSlides/notesSlide5.xml" Id="Ra03ac51b292b43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94d92814444f30" /><Relationship Type="http://schemas.openxmlformats.org/officeDocument/2006/relationships/notesSlide" Target="/ppt/notesSlides/notesSlide6.xml" Id="Rcc8244d1e50a41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28b1eccab74f4a" /><Relationship Type="http://schemas.openxmlformats.org/officeDocument/2006/relationships/notesSlide" Target="/ppt/notesSlides/notesSlide7.xml" Id="Ra03f3ab8a1cd4f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1f42ac7fd54160" /><Relationship Type="http://schemas.openxmlformats.org/officeDocument/2006/relationships/notesSlide" Target="/ppt/notesSlides/notesSlide8.xml" Id="R2fd7fdc8f79248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dabc16ba964b06" /><Relationship Type="http://schemas.openxmlformats.org/officeDocument/2006/relationships/notesSlide" Target="/ppt/notesSlides/notesSlide9.xml" Id="Rf3ef0a40de2742a9"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345FB1-9B83-41C6-B90B-872BEEFD80F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A4AAE7B-DCB4-4534-961E-A60BAC370CE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00</a:t>
            </a:r>
          </a:p>
        </p:txBody>
      </p:sp>
      <p:sp>
        <p:nvSpPr>
          <p:cNvPr id="3" name="">
            <a:extLst xmlns:a="http://schemas.openxmlformats.org/drawingml/2006/main">
              <a:ext uri="{FF2B5EF4-FFF2-40B4-BE49-F238E27FC236}">
                <a16:creationId xmlns:a16="http://schemas.microsoft.com/office/drawing/2014/main" id="{23947358-947D-48B0-8A59-1DD582274796}"/>
              </a:ext>
            </a:extLst>
          </p:cNvPr>
          <p:cNvSpPr>
            <a:spLocks xmlns:a="http://schemas.openxmlformats.org/drawingml/2006/main" noGrp="1"/>
          </p:cNvSpPr>
          <p:nvPr/>
        </p:nvSpPr>
        <p:spPr>
          <a:xfrm xmlns:a="http://schemas.openxmlformats.org/drawingml/2006/main">
            <a:off x="8839200" y="2514600"/>
            <a:ext cx="2952750" cy="3714750"/>
          </a:xfrm>
          <a:prstGeom xmlns:a="http://schemas.openxmlformats.org/drawingml/2006/main" prst="ellipse">
            <a:avLst/>
          </a:prstGeom>
          <a:solidFill xmlns:a="http://schemas.openxmlformats.org/drawingml/2006/main">
            <a:srgbClr val="05070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471236887344a42"/>
          <a:stretch xmlns:a="http://schemas.openxmlformats.org/drawingml/2006/main"/>
        </p:blipFill>
        <p:spPr>
          <a:xfrm xmlns:a="http://schemas.openxmlformats.org/drawingml/2006/main">
            <a:off x="9096375" y="3257550"/>
            <a:ext cx="2333625" cy="2333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7EAF01-3F58-4841-8526-047ACFBE3A55}"/>
              </a:ext>
            </a:extLst>
          </p:cNvPr>
          <p:cNvSpPr>
            <a:spLocks xmlns:a="http://schemas.openxmlformats.org/drawingml/2006/main" noGrp="1"/>
          </p:cNvSpPr>
          <p:nvPr/>
        </p:nvSpPr>
        <p:spPr>
          <a:xfrm xmlns:a="http://schemas.openxmlformats.org/drawingml/2006/main">
            <a:off x="609600" y="1552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We make a private fact provable later, without revealing it,</a:t>
            </a:r>
          </a:p>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for a cent, in milliseconds, by anyone, forever.</a:t>
            </a:r>
          </a:p>
        </p:txBody>
      </p:sp>
      <p:sp>
        <p:nvSpPr>
          <p:cNvPr id="6" name="">
            <a:extLst xmlns:a="http://schemas.openxmlformats.org/drawingml/2006/main">
              <a:ext uri="{FF2B5EF4-FFF2-40B4-BE49-F238E27FC236}">
                <a16:creationId xmlns:a16="http://schemas.microsoft.com/office/drawing/2014/main" id="{E201D859-47A6-4782-9853-B7481CF78C89}"/>
              </a:ext>
            </a:extLst>
          </p:cNvPr>
          <p:cNvSpPr>
            <a:spLocks xmlns:a="http://schemas.openxmlformats.org/drawingml/2006/main" noGrp="1"/>
          </p:cNvSpPr>
          <p:nvPr/>
        </p:nvSpPr>
        <p:spPr>
          <a:xfrm xmlns:a="http://schemas.openxmlformats.org/drawingml/2006/main">
            <a:off x="609600" y="3171825"/>
            <a:ext cx="8334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“XRPL settles the money,</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Recognitium settles the facts</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between that process.”</a:t>
            </a:r>
          </a:p>
        </p:txBody>
      </p:sp>
    </p:spTree>
    <p:extLst>
      <p:ext uri="{BB962C8B-B14F-4D97-AF65-F5344CB8AC3E}">
        <p14:creationId xmlns:p14="http://schemas.microsoft.com/office/powerpoint/2010/main" val="1226672723"/>
      </p:ext>
    </p:extLst>
  </p:cSld>
</p:sld>
</file>

<file path=ppt/slides/slide2.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07D1F9-D13C-45D4-9165-895812A2FDA5}"/>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DE4DF6C-7B5A-4BF5-912A-AD71B71E9BB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45BA953-66D4-465D-B825-CC42BE9EE15C}"/>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45F2668C-E1CC-4B95-AE70-AFB8B7885D26}"/>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91B81BAA-A9AA-4BFC-9536-1A677BD0DF45}"/>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403146833"/>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3EAE62-F1AE-4886-813A-10C02ED4C2C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A898B26-D359-4394-9D4D-791FF8B9C18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C04F54C-5182-4A1D-8AA5-61B093553E2E}"/>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BA705D69-9E86-418D-B74F-728081C61E05}"/>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36ADFF9C-DAFB-4062-9CA7-4B6E6E0B54B3}"/>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2D961A52-9121-49DF-B5F9-3C14A49E3155}"/>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1973463112"/>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D33470C-EC8C-45B5-BFEA-E13AB7AD022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9407851-E51A-4203-BB9B-56DCA365F4C0}"/>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FC85058-A804-4832-A55B-8F47F915FC7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886FA901-70C1-48C8-A445-7D32A709F4E3}"/>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EFE4B0A6-F2F1-4F1F-BCBC-2C2E85BD29CD}"/>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BFB67DB9-5E21-4917-9FF8-9248AEC49813}"/>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31B54D6C-D8AE-4E6C-9828-86B805D45E96}"/>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0799E9-2AD7-41BC-A4E4-A4AC2D951B26}"/>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A715B489-F6D6-4792-B4A0-D7A18DEDDEF3}"/>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3EF60C55-BBFF-4697-8112-76AC390545A2}"/>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4639F2D7-CA0E-4603-96FC-7FC674D502FE}"/>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B0D045-0FE1-4397-9569-511C60F57A22}"/>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65CECA33-484C-432E-92EB-5B207B09A92D}"/>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FF52DA10-E649-45E6-B7E0-439E413B7099}"/>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64032ECD-5EAB-4603-AA15-4574A061840A}"/>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A26167B-ACD2-4006-825D-B649AD977B76}"/>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B1BF9155-D136-43F5-9E84-1088B8C97319}"/>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21F25F09-693E-4B30-B216-FD7F195D1D21}"/>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B312FC8E-15EB-494B-9BAA-AC4FD8BD4947}"/>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2738BE8A-13F5-477F-BD7B-9C035C96FB0C}"/>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4E023E62-0DFF-4300-A72C-2CB4328937BA}"/>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A6FAB1EE-FF57-49D7-80F8-374F5F05F2C6}"/>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7D23EEC-E3FD-4879-9341-343285ABFDEC}"/>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21FD2B34-02B6-4BD6-80B1-2AEDC3ED9E5E}"/>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23240A62-4959-49E5-8EFD-71910213A606}"/>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0C44422-9069-4954-90A7-6F22F5AF52F6}"/>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8CB58106-D053-4025-A6BF-53C1A56748B2}"/>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EA1398C-F3F8-4443-8600-446776732477}"/>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8D5CEC35-DA78-43A3-81C0-0E04A8A3A2A3}"/>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022023330"/>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ABD5F2-3303-42F7-AC4A-1533992B78EA}"/>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3E24B2A-A938-4688-915C-E8F891E6D7C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4E82661-BBFC-4448-9700-97B69B84F44D}"/>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E24503E9-91B7-4B94-AD0D-D9F81CCE7182}"/>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4251D9EA-A07D-4E20-9475-D0099D7AFAF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D0931C1D-9E9A-4E62-BD95-CAEA84B7FDD5}"/>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6A3C5BB7-A79F-427B-9D74-282B72B3FD32}"/>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D5415898-98E8-48BD-857D-96BED0B68F99}"/>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E8B5E86F-0601-48D6-8130-9D2EBE783B4E}"/>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93E53163-1C9D-4BC1-BBC7-1825E94076EF}"/>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727173214"/>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C37B15-15CA-4235-96C9-4BE47BA5D34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23F69374-25A1-4255-9658-ADF4C6ACA3D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2AF6DE4-F987-4460-9A18-C3C7DD216B9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826A6EFB-02FD-4882-B163-512965BD4FDA}"/>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CA7EBB5E-096C-448E-B991-5F524CD6FA6F}"/>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4C0B00C2-BD4F-44AA-ABFC-0F30C8C27C30}"/>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854583761"/>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0F49E5-5BF2-49F7-B9CF-A4A1A8AB977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ECB01D4-D95C-4D84-9396-89797ABEC63A}"/>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517847A-130C-4A83-A028-3991EFBCA051}"/>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473855D5-30CB-4119-9AFA-7737792D6482}"/>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1E73B08C-71D7-4D0A-8A0E-2E55EA446E1F}"/>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23A3F56B-0E1A-4EEE-A01E-9E71EC051FF0}"/>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15BDD212-D304-416D-A9B0-3B46E356EE0F}"/>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2003DF5F-BE77-49A8-810C-0BDD1BD74440}"/>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A8D8E9CF-4EFA-462A-B8C6-550A308B94D3}"/>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9DC3C7DC-DEE3-4795-B5BD-1E77CDC591AE}"/>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6E5E3110-C049-41B9-9B63-44D7FA5D29DA}"/>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225576882"/>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D7D9C9-1CE0-40F4-89FB-081F849D353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EACAED2-5CEB-4C22-A710-66BC4B41EE3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052709A-00B3-4CFE-B929-ED37BC87383D}"/>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94966ED8-8003-4776-8111-34E610DBBD76}"/>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70F7D981-65B7-4D1F-AEB2-305758A80891}"/>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0AD4523F-24E5-4D26-8C37-FAE27DE3AC36}"/>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118473465"/>
      </p:ext>
    </p:extLst>
  </p:cSld>
</p:sld>
</file>

<file path=ppt/slides/slide9.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EE4B0B-243A-4854-85C3-EEAAB55A8C0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4AF2AFD9-C2BA-4DB4-8ECC-B8B5DF10E546}"/>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7F30379-E9B2-40FA-8DD4-DD76ABD2F62A}"/>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6514F628-6C66-4F13-A8B9-CD6ABB7A967C}"/>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17709F4C-8D78-4361-930D-A111994314EC}"/>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C39E3280-5A31-49CE-80A9-77B7C7A3C122}"/>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BF208F41-7C8D-4D4D-94C4-9164D7FD6870}"/>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88AE943E-78E5-4320-8634-C172136164D4}"/>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E0C8"/>
                </a:solidFill>
                <a:latin typeface="Arial"/>
                <a:ea typeface="Arial"/>
                <a:cs typeface="Arial"/>
              </a:defRPr>
            </a:pPr>
            <a:r>
              <a:rPr sz="1725"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CE8D08C5-5C68-4229-8D1C-5765A94A0A16}"/>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0" name="">
            <a:extLst xmlns:a="http://schemas.openxmlformats.org/drawingml/2006/main">
              <a:ext uri="{FF2B5EF4-FFF2-40B4-BE49-F238E27FC236}">
                <a16:creationId xmlns:a16="http://schemas.microsoft.com/office/drawing/2014/main" id="{E1C2E5AE-902E-4EC4-8409-B30F060D6B4A}"/>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1721367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2026-09-13T13:33:18.6730000Z</dcterms:created>
  <dcterms:modified xsi:type="dcterms:W3CDTF">2026-09-13T13:33:18.6730000Z</dcterms:modified>
</coreProperties>
</file>