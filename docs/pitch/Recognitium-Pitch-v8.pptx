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a9124d90214b2e" /><Relationship Type="http://schemas.openxmlformats.org/officeDocument/2006/relationships/extended-properties" Target="/docProps/app.xml" Id="Rdd0d552f43384ad5" /><Relationship Type="http://schemas.openxmlformats.org/officeDocument/2006/relationships/officeDocument" Target="/ppt/presentation.xml" Id="R1096baab18d847f5" /></Relationships>
</file>

<file path=ppt/presentation.xml><?xml version="1.0" encoding="utf-8"?>
<p:presentation xmlns:p="http://schemas.openxmlformats.org/presentationml/2006/main">
  <p:sldMasterIdLst>
    <p:sldMasterId xmlns:r="http://schemas.openxmlformats.org/officeDocument/2006/relationships" id="2147483648" r:id="R722bd9ab33744b21"/>
  </p:sldMasterIdLst>
  <p:notesMasterIdLst>
    <p:notesMasterId xmlns:r="http://schemas.openxmlformats.org/officeDocument/2006/relationships" r:id="R6593d8670dc9467d"/>
  </p:notesMasterIdLst>
  <p:sldIdLst>
    <p:sldId xmlns:r="http://schemas.openxmlformats.org/officeDocument/2006/relationships" id="256" r:id="R051a3d646a454f5d"/>
    <p:sldId xmlns:r="http://schemas.openxmlformats.org/officeDocument/2006/relationships" id="257" r:id="R053d3eea45534b5f"/>
    <p:sldId xmlns:r="http://schemas.openxmlformats.org/officeDocument/2006/relationships" id="258" r:id="R19b9553ffc804e6a"/>
    <p:sldId xmlns:r="http://schemas.openxmlformats.org/officeDocument/2006/relationships" id="259" r:id="Rc7ece191d06749c2"/>
    <p:sldId xmlns:r="http://schemas.openxmlformats.org/officeDocument/2006/relationships" id="260" r:id="Ref456d056cbe4279"/>
    <p:sldId xmlns:r="http://schemas.openxmlformats.org/officeDocument/2006/relationships" id="261" r:id="R62f840e676664da3"/>
    <p:sldId xmlns:r="http://schemas.openxmlformats.org/officeDocument/2006/relationships" id="262" r:id="R6514b324dba8459b"/>
    <p:sldId xmlns:r="http://schemas.openxmlformats.org/officeDocument/2006/relationships" id="263" r:id="R2be289446dcd4b5d"/>
    <p:sldId xmlns:r="http://schemas.openxmlformats.org/officeDocument/2006/relationships" id="264" r:id="R2a6c1e88332248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899b1612e94116" /><Relationship Type="http://schemas.openxmlformats.org/officeDocument/2006/relationships/slideMaster" Target="/ppt/slideMasters/slideMaster1.xml" Id="R722bd9ab33744b21" /><Relationship Type="http://schemas.openxmlformats.org/officeDocument/2006/relationships/notesMaster" Target="/ppt/notesMasters/notesMaster1.xml" Id="R6593d8670dc9467d" /><Relationship Type="http://schemas.openxmlformats.org/officeDocument/2006/relationships/presProps" Target="/ppt/presProps.xml" Id="R12a1cdf5ae0a4d3a" /><Relationship Type="http://schemas.openxmlformats.org/officeDocument/2006/relationships/tableStyles" Target="/ppt/tableStyles.xml" Id="Rcb421e010c124685" /><Relationship Type="http://schemas.openxmlformats.org/officeDocument/2006/relationships/slide" Target="/ppt/slides/slide1.xml" Id="R051a3d646a454f5d" /><Relationship Type="http://schemas.openxmlformats.org/officeDocument/2006/relationships/slide" Target="/ppt/slides/slide2.xml" Id="R053d3eea45534b5f" /><Relationship Type="http://schemas.openxmlformats.org/officeDocument/2006/relationships/slide" Target="/ppt/slides/slide3.xml" Id="R19b9553ffc804e6a" /><Relationship Type="http://schemas.openxmlformats.org/officeDocument/2006/relationships/slide" Target="/ppt/slides/slide4.xml" Id="Rc7ece191d06749c2" /><Relationship Type="http://schemas.openxmlformats.org/officeDocument/2006/relationships/slide" Target="/ppt/slides/slide5.xml" Id="Ref456d056cbe4279" /><Relationship Type="http://schemas.openxmlformats.org/officeDocument/2006/relationships/slide" Target="/ppt/slides/slide6.xml" Id="R62f840e676664da3" /><Relationship Type="http://schemas.openxmlformats.org/officeDocument/2006/relationships/slide" Target="/ppt/slides/slide7.xml" Id="R6514b324dba8459b" /><Relationship Type="http://schemas.openxmlformats.org/officeDocument/2006/relationships/slide" Target="/ppt/slides/slide8.xml" Id="R2be289446dcd4b5d" /><Relationship Type="http://schemas.openxmlformats.org/officeDocument/2006/relationships/slide" Target="/ppt/slides/slide9.xml" Id="R2a6c1e88332248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1cf8f4575f4c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f424d03eaf4e6f" /><Relationship Type="http://schemas.openxmlformats.org/officeDocument/2006/relationships/notesMaster" Target="/ppt/notesMasters/notesMaster1.xml" Id="Rafd22eccb7f04b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a3644ba1934450" /><Relationship Type="http://schemas.openxmlformats.org/officeDocument/2006/relationships/notesMaster" Target="/ppt/notesMasters/notesMaster1.xml" Id="R600f612020f740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a017df6e9f442d" /><Relationship Type="http://schemas.openxmlformats.org/officeDocument/2006/relationships/notesMaster" Target="/ppt/notesMasters/notesMaster1.xml" Id="R2b0a11430d9b4b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f73ec464b94148" /><Relationship Type="http://schemas.openxmlformats.org/officeDocument/2006/relationships/notesMaster" Target="/ppt/notesMasters/notesMaster1.xml" Id="Rf276b41ba3ea4e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ed744629cf46dd" /><Relationship Type="http://schemas.openxmlformats.org/officeDocument/2006/relationships/notesMaster" Target="/ppt/notesMasters/notesMaster1.xml" Id="R82e7bc651dd343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f752e38cb24ca6" /><Relationship Type="http://schemas.openxmlformats.org/officeDocument/2006/relationships/notesMaster" Target="/ppt/notesMasters/notesMaster1.xml" Id="R057a16e4f29c42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def0e2d3a1440a" /><Relationship Type="http://schemas.openxmlformats.org/officeDocument/2006/relationships/notesMaster" Target="/ppt/notesMasters/notesMaster1.xml" Id="Re32bbb3aa96e45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0bc408f2ac4a3c" /><Relationship Type="http://schemas.openxmlformats.org/officeDocument/2006/relationships/notesMaster" Target="/ppt/notesMasters/notesMaster1.xml" Id="Re77cb6e697564f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d27b5149364f29" /><Relationship Type="http://schemas.openxmlformats.org/officeDocument/2006/relationships/notesMaster" Target="/ppt/notesMasters/notesMaster1.xml" Id="Rd3f0e515163d4a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Founder-provided pitch vision. The receipts commit fingerprints, not the truth of the underlying facts. Millisecond performance and perpetual availability are not demonstrated guarantees of this hackathon; cryptographic verification and online authority lookup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1702fe18e04d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60d6e426a04907" /><Relationship Type="http://schemas.openxmlformats.org/officeDocument/2006/relationships/slideLayout" Target="/ppt/slideLayouts/slideLayout1.xml" Id="R46fae47d72cd46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fae47d72cd46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f588dfb58c4b6d" /><Relationship Type="http://schemas.openxmlformats.org/officeDocument/2006/relationships/notesSlide" Target="/ppt/notesSlides/notesSlide1.xml" Id="Radea470909b848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a21908d4494704" /><Relationship Type="http://schemas.openxmlformats.org/officeDocument/2006/relationships/notesSlide" Target="/ppt/notesSlides/notesSlide2.xml" Id="Rc5b503ee49044e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67e2cd25424b17" /><Relationship Type="http://schemas.openxmlformats.org/officeDocument/2006/relationships/notesSlide" Target="/ppt/notesSlides/notesSlide3.xml" Id="R5d711ce1aad24a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90fce53e5e41da" /><Relationship Type="http://schemas.openxmlformats.org/officeDocument/2006/relationships/notesSlide" Target="/ppt/notesSlides/notesSlide4.xml" Id="Rdf54ffa93e264e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e870ae0e7047f9" /><Relationship Type="http://schemas.openxmlformats.org/officeDocument/2006/relationships/notesSlide" Target="/ppt/notesSlides/notesSlide5.xml" Id="R7b085a12d92f4a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f8694fe1634811" /><Relationship Type="http://schemas.openxmlformats.org/officeDocument/2006/relationships/notesSlide" Target="/ppt/notesSlides/notesSlide6.xml" Id="R1efa50a3e60c4b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246e24f15e44c8" /><Relationship Type="http://schemas.openxmlformats.org/officeDocument/2006/relationships/notesSlide" Target="/ppt/notesSlides/notesSlide7.xml" Id="Rb959b358bdca41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be27ddc5e84270" /><Relationship Type="http://schemas.openxmlformats.org/officeDocument/2006/relationships/notesSlide" Target="/ppt/notesSlides/notesSlide8.xml" Id="Ra88ee477ff554b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5db4a07a214b14" /><Relationship Type="http://schemas.openxmlformats.org/officeDocument/2006/relationships/notesSlide" Target="/ppt/notesSlides/notesSlide9.xml" Id="R67f60fa67da84aa9"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73323B-0740-4842-8715-2DACBF7FEB63}"/>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49652979-7FE9-4F10-B381-DAFE4FD1EC1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00</a:t>
            </a:r>
          </a:p>
        </p:txBody>
      </p:sp>
      <p:sp>
        <p:nvSpPr>
          <p:cNvPr id="3" name="">
            <a:extLst xmlns:a="http://schemas.openxmlformats.org/drawingml/2006/main">
              <a:ext uri="{FF2B5EF4-FFF2-40B4-BE49-F238E27FC236}">
                <a16:creationId xmlns:a16="http://schemas.microsoft.com/office/drawing/2014/main" id="{E46A3829-915F-400D-AA2A-468FE70E5FF3}"/>
              </a:ext>
            </a:extLst>
          </p:cNvPr>
          <p:cNvSpPr>
            <a:spLocks xmlns:a="http://schemas.openxmlformats.org/drawingml/2006/main" noGrp="1"/>
          </p:cNvSpPr>
          <p:nvPr/>
        </p:nvSpPr>
        <p:spPr>
          <a:xfrm xmlns:a="http://schemas.openxmlformats.org/drawingml/2006/main">
            <a:off x="609600" y="15525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We make a private fact provable later, without revealing it,</a:t>
            </a:r>
          </a:p>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for a cent, in milliseconds, by anyone, forever.</a:t>
            </a:r>
          </a:p>
        </p:txBody>
      </p:sp>
      <p:sp>
        <p:nvSpPr>
          <p:cNvPr id="4" name="">
            <a:extLst xmlns:a="http://schemas.openxmlformats.org/drawingml/2006/main">
              <a:ext uri="{FF2B5EF4-FFF2-40B4-BE49-F238E27FC236}">
                <a16:creationId xmlns:a16="http://schemas.microsoft.com/office/drawing/2014/main" id="{E2AA3765-707C-440E-BFD3-0D30B61352E3}"/>
              </a:ext>
            </a:extLst>
          </p:cNvPr>
          <p:cNvSpPr>
            <a:spLocks xmlns:a="http://schemas.openxmlformats.org/drawingml/2006/main" noGrp="1"/>
          </p:cNvSpPr>
          <p:nvPr/>
        </p:nvSpPr>
        <p:spPr>
          <a:xfrm xmlns:a="http://schemas.openxmlformats.org/drawingml/2006/main">
            <a:off x="609600" y="3171825"/>
            <a:ext cx="10953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“XRPL settles the money,</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Recognitium settles the facts</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between that process.”</a:t>
            </a:r>
          </a:p>
        </p:txBody>
      </p:sp>
    </p:spTree>
    <p:extLst>
      <p:ext uri="{BB962C8B-B14F-4D97-AF65-F5344CB8AC3E}">
        <p14:creationId xmlns:p14="http://schemas.microsoft.com/office/powerpoint/2010/main" val="176610470"/>
      </p:ext>
    </p:extLst>
  </p:cSld>
</p:sld>
</file>

<file path=ppt/slides/slide2.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956E00-5FA9-49E6-B7E0-29C473A538BD}"/>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80A15BD5-5E86-4556-9AA3-121ADB2442E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637FB53-E136-45B5-8889-C6BF28938C26}"/>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AA2E742B-5DF8-499C-A514-1F1D8EB76A06}"/>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CC33D352-EC61-428C-959C-20BD5D1BEA40}"/>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533941518"/>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57B232-1005-4DA9-BE91-C6FE5A531197}"/>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E720647-CE1E-4073-8CE2-DF2EBE3C909D}"/>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53D9881-5990-4291-8EE9-F1EE59AB830E}"/>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42148E17-B2B5-4F38-9214-EBF18A846C2F}"/>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001F9825-F032-42EB-BF1C-ACD4BA8BC25B}"/>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1E4801E9-CDBE-4B63-A387-2719511B4696}"/>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1823592946"/>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0D6C05C-3D5A-4DE0-B199-3B2303992A7A}"/>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7DF075A5-6A08-46FE-A642-E1DF3578C8F8}"/>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F61B76B-9669-48C3-B8D6-170147DDFABF}"/>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0D41024C-FDEF-46A7-9EB7-F34A7CA98EB6}"/>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CDB9725E-0F93-44CD-B8B2-A3970A98E6C4}"/>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EF37C538-86B7-4E34-B70B-862140B9CC8C}"/>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374036B5-B223-4C1C-97C4-361D3683A322}"/>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B719CF-B5A4-438B-A771-AC010CDF8498}"/>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685C1C16-CC9B-4910-BAF2-C59E384D2267}"/>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9ADDDD90-5342-4B16-B728-D885623BE5D4}"/>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7120DEA9-5D3D-4055-88B4-CE09C0C08893}"/>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8FE3F6-CA34-4522-9C57-C8BBE687C781}"/>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61DBE838-8829-4ED8-ACD1-7FA69076862A}"/>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96334806-2455-4B08-B0AE-9A422268FFD1}"/>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3F826BCA-AE4F-4122-9F6C-8E8DE96EB2B1}"/>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82B8FA5-B1B6-477F-9ABC-2750EDA3D283}"/>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FE66DD63-3692-4708-A99E-F1D8C1732B3D}"/>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0FD44485-7D91-49B8-A36D-F98E8A04C988}"/>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C9D57BDA-3B9D-4BED-9CA7-65E34987C951}"/>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6C5A461D-0EE1-46DE-A69D-DED1319E832F}"/>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F783F2B3-4908-433F-97C1-64AFFA5A1BC8}"/>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9D5235E2-2619-438B-BE8B-0B22A28E778D}"/>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834BADD-A125-4F9F-A58B-249B0E2E9D6A}"/>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2031C241-8B69-4FF1-85A5-6F8806971769}"/>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D5355782-7107-4526-A267-2A72E91CF57F}"/>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EA15D81-40AF-4375-ADFC-0A4884358614}"/>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0B8EA283-E9F5-45C7-8632-0ED9F316B914}"/>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AFEB152-8CB5-4EA1-823C-BEFD0AF32DC6}"/>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23C925BA-360B-455D-A97B-54885EE5E3BF}"/>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102473450"/>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1A98E0-8761-44E9-8857-5CA3CEB6F9A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C0208EE5-93B3-4B99-AEAD-EBCAB2DBFD3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8BC9764-EA85-4964-8B81-C4916665CF65}"/>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EB6F407E-0D21-46BA-AC63-345DAA95A780}"/>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B9FC6072-CE50-4C76-8E1C-3A52DFA84E67}"/>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C3B184FD-9E1D-4274-8D11-659ED02373D2}"/>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32FB4886-2A9F-4EB9-882C-3AEF79EAC21C}"/>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1B858564-2B74-4B9E-B546-3B033702ECDF}"/>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61913300-CE1A-4332-B40C-00E62A186802}"/>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896D561F-6820-4DE8-BB03-D884C3D1C399}"/>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927566779"/>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CA757A-C228-4FC3-AF46-0FBD0084AAAB}"/>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01E04F5-873A-42B1-AEDE-00F94A9FF6C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5FE5095-52F7-41D2-B11D-62458247B019}"/>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6154C047-5251-445C-81F6-D11E38755963}"/>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7CA88465-11BE-44DE-901D-CE85EC695695}"/>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9E44AEC7-E513-4AEF-8DC3-34FC13C4EAF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1771785136"/>
      </p:ext>
    </p:extLst>
  </p:cSld>
</p:sld>
</file>

<file path=ppt/slides/slide7.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6C1C7D-3D30-4A25-8862-B555A94C12E2}"/>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9072CB4A-4EC6-4602-B23F-A59A47B2D7F3}"/>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B269F38-48A7-4421-8A6A-79351CF8C34A}"/>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90675128-9D3E-42D0-8CA6-1736B8A12524}"/>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AF862DC6-CD66-4B13-8CB1-A312DDE92619}"/>
              </a:ext>
            </a:extLst>
          </p:cNvPr>
          <p:cNvSpPr>
            <a:spLocks xmlns:a="http://schemas.openxmlformats.org/drawingml/2006/main" noGrp="1"/>
          </p:cNvSpPr>
          <p:nvPr/>
        </p:nvSpPr>
        <p:spPr>
          <a:xfrm xmlns:a="http://schemas.openxmlformats.org/drawingml/2006/main">
            <a:off x="609600" y="2714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194DC0E4-3AB9-4A2A-B493-1693EC8650FF}"/>
              </a:ext>
            </a:extLst>
          </p:cNvPr>
          <p:cNvSpPr>
            <a:spLocks xmlns:a="http://schemas.openxmlformats.org/drawingml/2006/main" noGrp="1"/>
          </p:cNvSpPr>
          <p:nvPr/>
        </p:nvSpPr>
        <p:spPr>
          <a:xfrm xmlns:a="http://schemas.openxmlformats.org/drawingml/2006/main">
            <a:off x="60960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FEF06FB7-73B0-47D7-B32E-4A424B36FFDC}"/>
              </a:ext>
            </a:extLst>
          </p:cNvPr>
          <p:cNvSpPr>
            <a:spLocks xmlns:a="http://schemas.openxmlformats.org/drawingml/2006/main" noGrp="1"/>
          </p:cNvSpPr>
          <p:nvPr/>
        </p:nvSpPr>
        <p:spPr>
          <a:xfrm xmlns:a="http://schemas.openxmlformats.org/drawingml/2006/main">
            <a:off x="609600" y="39338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2. The guide, network and SDK versions did not line up.</a:t>
            </a:r>
          </a:p>
        </p:txBody>
      </p:sp>
      <p:sp>
        <p:nvSpPr>
          <p:cNvPr id="8" name="">
            <a:extLst xmlns:a="http://schemas.openxmlformats.org/drawingml/2006/main">
              <a:ext uri="{FF2B5EF4-FFF2-40B4-BE49-F238E27FC236}">
                <a16:creationId xmlns:a16="http://schemas.microsoft.com/office/drawing/2014/main" id="{4AD08551-DDFC-4D22-98C3-31BD9233907E}"/>
              </a:ext>
            </a:extLst>
          </p:cNvPr>
          <p:cNvSpPr>
            <a:spLocks xmlns:a="http://schemas.openxmlformats.org/drawingml/2006/main" noGrp="1"/>
          </p:cNvSpPr>
          <p:nvPr/>
        </p:nvSpPr>
        <p:spPr>
          <a:xfrm xmlns:a="http://schemas.openxmlformats.org/drawingml/2006/main">
            <a:off x="609600" y="4429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Publish one dated setup: endpoint, enabled features and exact SDK.</a:t>
            </a:r>
          </a:p>
        </p:txBody>
      </p:sp>
      <p:sp>
        <p:nvSpPr>
          <p:cNvPr id="9" name="">
            <a:extLst xmlns:a="http://schemas.openxmlformats.org/drawingml/2006/main">
              <a:ext uri="{FF2B5EF4-FFF2-40B4-BE49-F238E27FC236}">
                <a16:creationId xmlns:a16="http://schemas.microsoft.com/office/drawing/2014/main" id="{955F81BA-5106-4E53-9652-3AE4AE23D5FF}"/>
              </a:ext>
            </a:extLst>
          </p:cNvPr>
          <p:cNvSpPr>
            <a:spLocks xmlns:a="http://schemas.openxmlformats.org/drawingml/2006/main" noGrp="1"/>
          </p:cNvSpPr>
          <p:nvPr/>
        </p:nvSpPr>
        <p:spPr>
          <a:xfrm xmlns:a="http://schemas.openxmlformats.org/drawingml/2006/main">
            <a:off x="609600" y="51530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3. Our app built successfully, but its hosted API crashed.</a:t>
            </a:r>
          </a:p>
        </p:txBody>
      </p:sp>
      <p:sp>
        <p:nvSpPr>
          <p:cNvPr id="10" name="">
            <a:extLst xmlns:a="http://schemas.openxmlformats.org/drawingml/2006/main">
              <a:ext uri="{FF2B5EF4-FFF2-40B4-BE49-F238E27FC236}">
                <a16:creationId xmlns:a16="http://schemas.microsoft.com/office/drawing/2014/main" id="{08F836B7-681D-46CA-BEE2-3DB2057AB5D2}"/>
              </a:ext>
            </a:extLst>
          </p:cNvPr>
          <p:cNvSpPr>
            <a:spLocks xmlns:a="http://schemas.openxmlformats.org/drawingml/2006/main" noGrp="1"/>
          </p:cNvSpPr>
          <p:nvPr/>
        </p:nvSpPr>
        <p:spPr>
          <a:xfrm xmlns:a="http://schemas.openxmlformats.org/drawingml/2006/main">
            <a:off x="609600" y="5648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Add a deployable starter + a test that boots its API before release.</a:t>
            </a:r>
          </a:p>
        </p:txBody>
      </p:sp>
      <p:sp>
        <p:nvSpPr>
          <p:cNvPr id="11" name="">
            <a:extLst xmlns:a="http://schemas.openxmlformats.org/drawingml/2006/main">
              <a:ext uri="{FF2B5EF4-FFF2-40B4-BE49-F238E27FC236}">
                <a16:creationId xmlns:a16="http://schemas.microsoft.com/office/drawing/2014/main" id="{E95E114E-1F13-4BBC-BFB4-4DD443943F47}"/>
              </a:ext>
            </a:extLst>
          </p:cNvPr>
          <p:cNvSpPr>
            <a:spLocks xmlns:a="http://schemas.openxmlformats.org/drawingml/2006/main" noGrp="1"/>
          </p:cNvSpPr>
          <p:nvPr/>
        </p:nvSpPr>
        <p:spPr>
          <a:xfrm xmlns:a="http://schemas.openxmlformats.org/drawingml/2006/main">
            <a:off x="609600" y="63436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687034347"/>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BFDC80-143A-48BD-BB69-DEE57E25885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2348B3F-27D2-4640-9D35-10081237137B}"/>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3720C4ED-B5A4-4ECA-A65A-321F987C9F18}"/>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2AD15930-1565-4DAB-ACAB-A7E791FC7792}"/>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832E68EB-47F4-428F-A961-13FFA742F903}"/>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591C0EE4-21AA-43E1-B116-924E44CEF457}"/>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1493447472"/>
      </p:ext>
    </p:extLst>
  </p:cSld>
</p:sld>
</file>

<file path=ppt/slides/slide9.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EC9E70-E196-4804-A729-0FFF85F7CC8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3195CFD-1F6B-4DAD-B532-48BED283B94D}"/>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70448F3-E168-489E-9AE1-9ED65D31E576}"/>
              </a:ext>
            </a:extLst>
          </p:cNvPr>
          <p:cNvSpPr>
            <a:spLocks xmlns:a="http://schemas.openxmlformats.org/drawingml/2006/main" noGrp="1"/>
          </p:cNvSpPr>
          <p:nvPr/>
        </p:nvSpPr>
        <p:spPr>
          <a:xfrm xmlns:a="http://schemas.openxmlformats.org/drawingml/2006/main">
            <a:off x="609600" y="12858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5B7A585B-23A7-47DD-A252-D87D6A035E46}"/>
              </a:ext>
            </a:extLst>
          </p:cNvPr>
          <p:cNvSpPr>
            <a:spLocks xmlns:a="http://schemas.openxmlformats.org/drawingml/2006/main" noGrp="1"/>
          </p:cNvSpPr>
          <p:nvPr/>
        </p:nvSpPr>
        <p:spPr>
          <a:xfrm xmlns:a="http://schemas.openxmlformats.org/drawingml/2006/main">
            <a:off x="609600" y="2314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ADE0C8"/>
                </a:solidFill>
                <a:latin typeface="Arial"/>
                <a:ea typeface="Arial"/>
                <a:cs typeface="Arial"/>
              </a:defRPr>
            </a:pPr>
            <a:r>
              <a:rPr sz="2850" b="1">
                <a:solidFill>
                  <a:srgbClr val="ADE0C8"/>
                </a:solidFill>
                <a:latin typeface="Arial"/>
                <a:ea typeface="Arial"/>
                <a:cs typeface="Arial"/>
              </a:rPr>
              <a:t>The agreement behind it is memory, too.</a:t>
            </a:r>
          </a:p>
        </p:txBody>
      </p:sp>
      <p:sp>
        <p:nvSpPr>
          <p:cNvPr id="5" name="">
            <a:extLst xmlns:a="http://schemas.openxmlformats.org/drawingml/2006/main">
              <a:ext uri="{FF2B5EF4-FFF2-40B4-BE49-F238E27FC236}">
                <a16:creationId xmlns:a16="http://schemas.microsoft.com/office/drawing/2014/main" id="{F0DE558F-3BA0-46EB-9877-7B5C04FFA204}"/>
              </a:ext>
            </a:extLst>
          </p:cNvPr>
          <p:cNvSpPr>
            <a:spLocks xmlns:a="http://schemas.openxmlformats.org/drawingml/2006/main" noGrp="1"/>
          </p:cNvSpPr>
          <p:nvPr/>
        </p:nvSpPr>
        <p:spPr>
          <a:xfrm xmlns:a="http://schemas.openxmlformats.org/drawingml/2006/main">
            <a:off x="609600" y="33337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agreement should remain private.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Its commitment should remain verifiable.</a:t>
            </a:r>
          </a:p>
        </p:txBody>
      </p:sp>
      <p:sp>
        <p:nvSpPr>
          <p:cNvPr id="6" name="">
            <a:extLst xmlns:a="http://schemas.openxmlformats.org/drawingml/2006/main">
              <a:ext uri="{FF2B5EF4-FFF2-40B4-BE49-F238E27FC236}">
                <a16:creationId xmlns:a16="http://schemas.microsoft.com/office/drawing/2014/main" id="{F4CACA97-4A14-45D1-BC7D-779D67ECFDF6}"/>
              </a:ext>
            </a:extLst>
          </p:cNvPr>
          <p:cNvSpPr>
            <a:spLocks xmlns:a="http://schemas.openxmlformats.org/drawingml/2006/main" noGrp="1"/>
          </p:cNvSpPr>
          <p:nvPr/>
        </p:nvSpPr>
        <p:spPr>
          <a:xfrm xmlns:a="http://schemas.openxmlformats.org/drawingml/2006/main">
            <a:off x="609600" y="43529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The evidence should remain usable</a:t>
            </a:r>
          </a:p>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whichever network moves the money.</a:t>
            </a:r>
          </a:p>
        </p:txBody>
      </p:sp>
      <p:sp>
        <p:nvSpPr>
          <p:cNvPr id="7" name="">
            <a:extLst xmlns:a="http://schemas.openxmlformats.org/drawingml/2006/main">
              <a:ext uri="{FF2B5EF4-FFF2-40B4-BE49-F238E27FC236}">
                <a16:creationId xmlns:a16="http://schemas.microsoft.com/office/drawing/2014/main" id="{7839059B-0B1B-4C1A-9623-D0BBB06832E3}"/>
              </a:ext>
            </a:extLst>
          </p:cNvPr>
          <p:cNvSpPr>
            <a:spLocks xmlns:a="http://schemas.openxmlformats.org/drawingml/2006/main" noGrp="1"/>
          </p:cNvSpPr>
          <p:nvPr/>
        </p:nvSpPr>
        <p:spPr>
          <a:xfrm xmlns:a="http://schemas.openxmlformats.org/drawingml/2006/main">
            <a:off x="609600" y="5391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Try the demo · recognitium-xrpl-hackathon.vercel.app</a:t>
            </a:r>
          </a:p>
        </p:txBody>
      </p:sp>
      <p:sp>
        <p:nvSpPr>
          <p:cNvPr id="8" name="">
            <a:extLst xmlns:a="http://schemas.openxmlformats.org/drawingml/2006/main">
              <a:ext uri="{FF2B5EF4-FFF2-40B4-BE49-F238E27FC236}">
                <a16:creationId xmlns:a16="http://schemas.microsoft.com/office/drawing/2014/main" id="{97CC7395-60E9-444B-8718-B74ABDBEE514}"/>
              </a:ext>
            </a:extLst>
          </p:cNvPr>
          <p:cNvSpPr>
            <a:spLocks xmlns:a="http://schemas.openxmlformats.org/drawingml/2006/main" noGrp="1"/>
          </p:cNvSpPr>
          <p:nvPr/>
        </p:nvSpPr>
        <p:spPr>
          <a:xfrm xmlns:a="http://schemas.openxmlformats.org/drawingml/2006/main">
            <a:off x="609600" y="5829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E0C8"/>
                </a:solidFill>
                <a:latin typeface="Arial"/>
                <a:ea typeface="Arial"/>
                <a:cs typeface="Arial"/>
              </a:defRPr>
            </a:pPr>
            <a:r>
              <a:rPr sz="1725" b="0">
                <a:solidFill>
                  <a:srgbClr val="ADE0C8"/>
                </a:solidFill>
                <a:latin typeface="Arial"/>
                <a:ea typeface="Arial"/>
                <a:cs typeface="Arial"/>
              </a:rPr>
              <a:t>Code + setup · github.com/jninom8/recognitium-xrpl-hackathon</a:t>
            </a:r>
          </a:p>
        </p:txBody>
      </p:sp>
      <p:sp>
        <p:nvSpPr>
          <p:cNvPr id="9" name="">
            <a:extLst xmlns:a="http://schemas.openxmlformats.org/drawingml/2006/main">
              <a:ext uri="{FF2B5EF4-FFF2-40B4-BE49-F238E27FC236}">
                <a16:creationId xmlns:a16="http://schemas.microsoft.com/office/drawing/2014/main" id="{4B1B5DFA-2BB8-4C00-B7CE-E55C34B84C74}"/>
              </a:ext>
            </a:extLst>
          </p:cNvPr>
          <p:cNvSpPr>
            <a:spLocks xmlns:a="http://schemas.openxmlformats.org/drawingml/2006/main" noGrp="1"/>
          </p:cNvSpPr>
          <p:nvPr/>
        </p:nvSpPr>
        <p:spPr>
          <a:xfrm xmlns:a="http://schemas.openxmlformats.org/drawingml/2006/main">
            <a:off x="609600" y="62960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E6DD"/>
                </a:solidFill>
                <a:latin typeface="Arial"/>
                <a:ea typeface="Arial"/>
                <a:cs typeface="Arial"/>
              </a:defRPr>
            </a:pPr>
            <a:r>
              <a:rPr sz="1350" b="0">
                <a:solidFill>
                  <a:srgbClr val="D1E6DD"/>
                </a:solidFill>
                <a:latin typeface="Arial"/>
                <a:ea typeface="Arial"/>
                <a:cs typeface="Arial"/>
              </a:rPr>
              <a:t>Inspired by Kocherlakota · 1996 / 1998 · doi.org/10.21034/sr.218</a:t>
            </a:r>
          </a:p>
        </p:txBody>
      </p:sp>
      <p:sp>
        <p:nvSpPr>
          <p:cNvPr id="10" name="">
            <a:extLst xmlns:a="http://schemas.openxmlformats.org/drawingml/2006/main">
              <a:ext uri="{FF2B5EF4-FFF2-40B4-BE49-F238E27FC236}">
                <a16:creationId xmlns:a16="http://schemas.microsoft.com/office/drawing/2014/main" id="{FE7B1251-56E6-4DFA-88CB-29AEAAE3A504}"/>
              </a:ext>
            </a:extLst>
          </p:cNvPr>
          <p:cNvSpPr>
            <a:spLocks xmlns:a="http://schemas.openxmlformats.org/drawingml/2006/main" noGrp="1"/>
          </p:cNvSpPr>
          <p:nvPr/>
        </p:nvSpPr>
        <p:spPr>
          <a:xfrm xmlns:a="http://schemas.openxmlformats.org/drawingml/2006/main">
            <a:off x="609600" y="65722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1E6DD"/>
                </a:solidFill>
                <a:latin typeface="Arial"/>
                <a:ea typeface="Arial"/>
                <a:cs typeface="Arial"/>
              </a:defRPr>
            </a:pPr>
            <a:r>
              <a:rPr sz="1125" b="0">
                <a:solidFill>
                  <a:srgbClr val="D1E6DD"/>
                </a:solidFill>
                <a:latin typeface="Arial"/>
                <a:ea typeface="Arial"/>
                <a:cs typeface="Arial"/>
              </a:rPr>
              <a:t>Our design ambition, not a theorem about this application or a GDPR compliance claim.</a:t>
            </a:r>
          </a:p>
        </p:txBody>
      </p:sp>
    </p:spTree>
    <p:extLst>
      <p:ext uri="{BB962C8B-B14F-4D97-AF65-F5344CB8AC3E}">
        <p14:creationId xmlns:p14="http://schemas.microsoft.com/office/powerpoint/2010/main" val="14487207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2026-09-13T13:25:45.1380000Z</dcterms:created>
  <dcterms:modified xsi:type="dcterms:W3CDTF">2026-09-13T13:25:45.1390000Z</dcterms:modified>
</coreProperties>
</file>